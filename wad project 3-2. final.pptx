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7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72" y="278"/>
      </p:cViewPr>
      <p:guideLst>
        <p:guide orient="horz" pos="216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purbame.xo.je/index.php" TargetMode="External"/><Relationship Id="rId2" Type="http://schemas.openxmlformats.org/officeDocument/2006/relationships/hyperlink" Target="https://github.com/apurbaroyy/Campus-Lost-Found-Management-System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purbame.xo.je/index.php" TargetMode="External"/><Relationship Id="rId2" Type="http://schemas.openxmlformats.org/officeDocument/2006/relationships/hyperlink" Target="https://github.com/apurbaroyy/Campus-Lost-Found-Management-Syste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0"/>
            <a:ext cx="12191999" cy="6858000"/>
          </a:xfrm>
          <a:prstGeom prst="rect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pic>
        <p:nvPicPr>
          <p:cNvPr id="4" name="Picture 3" descr="mbs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143000" cy="1143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</p:spPr>
      </p:pic>
      <p:pic>
        <p:nvPicPr>
          <p:cNvPr id="5" name="Picture 4" descr="ic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95307"/>
            <a:ext cx="1188720" cy="893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8142" y="534512"/>
            <a:ext cx="7435882" cy="3139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just"/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1902" y="859536"/>
            <a:ext cx="1863395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just"/>
            <a:r>
              <a:rPr sz="1200" b="0" dirty="0">
                <a:solidFill>
                  <a:srgbClr val="C9D7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SANTOSH, TANGAIL-1902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8390" y="1216152"/>
            <a:ext cx="5510418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just"/>
            <a:r>
              <a:rPr sz="1200" b="1" dirty="0">
                <a:solidFill>
                  <a:srgbClr val="C9D7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COMMUNICATION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4122" y="1884146"/>
            <a:ext cx="3148642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lang="en-US" sz="1200" b="1" dirty="0">
                <a:solidFill>
                  <a:srgbClr val="0EA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 </a:t>
            </a:r>
            <a:endParaRPr sz="1200" b="1" dirty="0">
              <a:solidFill>
                <a:srgbClr val="0EA5E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08692" y="2331720"/>
            <a:ext cx="4389855" cy="89870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just"/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LOST &amp; FOUND
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4122" y="3611880"/>
            <a:ext cx="3533275" cy="252377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400" b="0" dirty="0">
                <a:solidFill>
                  <a:srgbClr val="D2DC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Development Lab  •  ICT-3204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251959"/>
            <a:ext cx="4626524" cy="1579497"/>
          </a:xfrm>
          <a:prstGeom prst="roundRect">
            <a:avLst/>
          </a:prstGeom>
          <a:solidFill>
            <a:srgbClr val="192A43"/>
          </a:solidFill>
          <a:ln w="8890">
            <a:solidFill>
              <a:srgbClr val="374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46520" y="4251960"/>
            <a:ext cx="4690182" cy="1579496"/>
          </a:xfrm>
          <a:prstGeom prst="roundRect">
            <a:avLst/>
          </a:prstGeom>
          <a:solidFill>
            <a:srgbClr val="192A43"/>
          </a:solidFill>
          <a:ln w="8890">
            <a:solidFill>
              <a:srgbClr val="374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19" y="4480560"/>
            <a:ext cx="2766491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just"/>
            <a:r>
              <a:rPr sz="1400" b="1" dirty="0">
                <a:solidFill>
                  <a:srgbClr val="0EA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782312"/>
            <a:ext cx="311658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just"/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Apurba Chandra Roy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38929"/>
            <a:ext cx="3116580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just"/>
            <a:r>
              <a:rPr sz="1200" b="0" dirty="0">
                <a:solidFill>
                  <a:srgbClr val="CDD8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IT-23031  |  3rd Year, 2nd Semester</a:t>
            </a:r>
            <a:endParaRPr lang="en-US" sz="1200" b="0" dirty="0">
              <a:solidFill>
                <a:srgbClr val="CDD8E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b="0" dirty="0">
                <a:solidFill>
                  <a:srgbClr val="CDD8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 2022-2023</a:t>
            </a:r>
          </a:p>
          <a:p>
            <a:pPr algn="just"/>
            <a:r>
              <a:rPr lang="en-US" sz="1200" b="0" dirty="0">
                <a:solidFill>
                  <a:srgbClr val="CDD8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ICT, MBSTU</a:t>
            </a:r>
          </a:p>
          <a:p>
            <a:pPr algn="just"/>
            <a:endParaRPr sz="1200" b="0" dirty="0">
              <a:solidFill>
                <a:srgbClr val="CDD8E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20839" y="4480559"/>
            <a:ext cx="2871735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just"/>
            <a:r>
              <a:rPr sz="1400" b="1" dirty="0">
                <a:solidFill>
                  <a:srgbClr val="0EA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782312"/>
            <a:ext cx="3287864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just"/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Anwar Kabir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7931" y="5145620"/>
            <a:ext cx="4257655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just"/>
            <a:r>
              <a:rPr sz="1200" b="0" dirty="0">
                <a:solidFill>
                  <a:srgbClr val="CDD8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Lecturer, </a:t>
            </a:r>
            <a:endParaRPr lang="en-US" sz="1200" b="0" dirty="0">
              <a:solidFill>
                <a:srgbClr val="CDD8E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1200" b="0" dirty="0">
                <a:solidFill>
                  <a:srgbClr val="CDD8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ICT, MBSTU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2DADF0-D4D9-40D3-A0D9-7236826420AB}"/>
              </a:ext>
            </a:extLst>
          </p:cNvPr>
          <p:cNvSpPr txBox="1"/>
          <p:nvPr/>
        </p:nvSpPr>
        <p:spPr>
          <a:xfrm>
            <a:off x="1417320" y="5980838"/>
            <a:ext cx="3485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23-09-2026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8AF6C0-0525-4DBE-8CAD-33DD8DD308F3}"/>
              </a:ext>
            </a:extLst>
          </p:cNvPr>
          <p:cNvSpPr txBox="1"/>
          <p:nvPr/>
        </p:nvSpPr>
        <p:spPr>
          <a:xfrm>
            <a:off x="6720839" y="5998464"/>
            <a:ext cx="4556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Submission: 09-10-2026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978304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lang="en-US"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Idea &amp; 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2741" y="2003080"/>
            <a:ext cx="4852382" cy="2210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6689" y="2105406"/>
            <a:ext cx="112714" cy="20361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4494" y="2184914"/>
            <a:ext cx="2642721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B27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135" y="2516487"/>
            <a:ext cx="2979354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5C6C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web platform where students can report lost or found items, browse available posts, view item details and submit claim requests.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4028" y="2033148"/>
            <a:ext cx="5058966" cy="21803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46955" y="2033148"/>
            <a:ext cx="137073" cy="20885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2069740"/>
            <a:ext cx="2407632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B27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349864"/>
            <a:ext cx="3116963" cy="96026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5C6C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Lost-item information is often shared informally through friends, groups or notice boards. This system provides a structured place for reporting, searching and managing claims inside the campus community.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7977" y="5088194"/>
            <a:ext cx="9196771" cy="590931"/>
          </a:xfrm>
          <a:prstGeom prst="rect">
            <a:avLst/>
          </a:prstGeom>
          <a:noFill/>
          <a:ln>
            <a:noFill/>
          </a:ln>
        </p:spPr>
        <p:txBody>
          <a:bodyPr wrap="square" lIns="27432" tIns="18288" rIns="27432" bIns="18288" anchor="t">
            <a:spAutoFit/>
          </a:bodyPr>
          <a:lstStyle/>
          <a:p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 an m</a:t>
            </a: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\\</a:t>
            </a:r>
            <a:r>
              <a:rPr lang="en-US" sz="1800" b="1" i="0" dirty="0">
                <a:solidFill>
                  <a:srgbClr val="1B27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 →  Search  →  View  →  Claim  →  Admin  Decision</a:t>
            </a: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noFill/>
                <a:latin typeface="Times New Roman" panose="02020603050405020304" pitchFamily="18" charset="0"/>
                <a:cs typeface="Times New Roman" panose="02020603050405020304" pitchFamily="18" charset="0"/>
              </a:rPr>
              <a:t>database-driven</a:t>
            </a: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02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A36567-0945-4096-8C11-9020AA547274}"/>
              </a:ext>
            </a:extLst>
          </p:cNvPr>
          <p:cNvSpPr/>
          <p:nvPr/>
        </p:nvSpPr>
        <p:spPr>
          <a:xfrm>
            <a:off x="976136" y="4966816"/>
            <a:ext cx="10066858" cy="59093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12478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3716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4114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353312"/>
            <a:ext cx="3868944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1923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an online platform for reporting lost and found items.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13716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4114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1353312"/>
            <a:ext cx="3481018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1923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students to search and filter available item posts.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78892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834639"/>
            <a:ext cx="4114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770632"/>
            <a:ext cx="3012941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1923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submit claim requests for items.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278892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2834639"/>
            <a:ext cx="4114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2770632"/>
            <a:ext cx="3262111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1923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users, items and claims in a MySQL database.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2062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251959"/>
            <a:ext cx="4114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187952"/>
            <a:ext cx="4101379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1923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an admin panel for monitoring and managing the system.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42062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4251959"/>
            <a:ext cx="411480" cy="2743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187952"/>
            <a:ext cx="4631974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1923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front-end, back-end, authentication and database integration.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5486400"/>
            <a:ext cx="9144000" cy="640080"/>
          </a:xfrm>
          <a:prstGeom prst="roundRect">
            <a:avLst/>
          </a:prstGeom>
          <a:noFill/>
          <a:ln w="8890">
            <a:solidFill>
              <a:srgbClr val="0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35093" y="5660136"/>
            <a:ext cx="9091335" cy="3139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a complete multi-page PHP + MySQL web application with user and admin roles.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012876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5819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00200"/>
            <a:ext cx="438912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563624"/>
            <a:ext cx="2189916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Scattered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92808"/>
            <a:ext cx="3748719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Lost/found notices may be spread across informal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16636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82512" y="15819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600200"/>
            <a:ext cx="438912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39" y="1563624"/>
            <a:ext cx="1927141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892808"/>
            <a:ext cx="3822457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not know where to search for a particular item.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91839"/>
            <a:ext cx="516636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392" y="34564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474720"/>
            <a:ext cx="438912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38144"/>
            <a:ext cx="1503360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67327"/>
            <a:ext cx="3826432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claim needs a clear message and an accountable workflow.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91839"/>
            <a:ext cx="516636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82512" y="34564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474720"/>
            <a:ext cx="438912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438144"/>
            <a:ext cx="2168681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central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767327"/>
            <a:ext cx="3716658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single place to monitor users, items and claims.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285232"/>
            <a:ext cx="10561320" cy="658368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47567" y="5449824"/>
            <a:ext cx="9237786" cy="3139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→ provide one simple, searchable and manageable platform for the campus community.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86899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091150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2542032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508760"/>
            <a:ext cx="50292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522475"/>
            <a:ext cx="50292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38528"/>
            <a:ext cx="1458028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&amp;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3" y="2313432"/>
            <a:ext cx="2256580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account, authenticate and maintain sessions.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7" y="1371600"/>
            <a:ext cx="2542032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93591" y="1508760"/>
            <a:ext cx="50292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1" y="1522475"/>
            <a:ext cx="50292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1" y="1938528"/>
            <a:ext cx="1272080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 / Found Posts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1" y="2313432"/>
            <a:ext cx="2362203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posts with title, description, category, location, date and image.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1371600"/>
            <a:ext cx="2542032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82512" y="1508760"/>
            <a:ext cx="50292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1522475"/>
            <a:ext cx="50292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917918"/>
            <a:ext cx="1886845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313432"/>
            <a:ext cx="2254592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by title/category/location and filter by item type.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5128" y="1371600"/>
            <a:ext cx="2542032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71432" y="1508760"/>
            <a:ext cx="50292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71432" y="1522475"/>
            <a:ext cx="50292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1938528"/>
            <a:ext cx="855299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Details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2313432"/>
            <a:ext cx="2304288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complete item information and poster details.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291840"/>
            <a:ext cx="2542032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4672" y="3429000"/>
            <a:ext cx="502920" cy="329184"/>
          </a:xfrm>
          <a:prstGeom prst="roundRect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3442716"/>
            <a:ext cx="50292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858768"/>
            <a:ext cx="1084528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 Requests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233672"/>
            <a:ext cx="2169761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 a claim message for an item.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47287" y="3291840"/>
            <a:ext cx="2542032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593591" y="3429000"/>
            <a:ext cx="502920" cy="329184"/>
          </a:xfrm>
          <a:prstGeom prst="roundRect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93591" y="3442716"/>
            <a:ext cx="50292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1" y="3858768"/>
            <a:ext cx="1307794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Posts &amp; Profile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3592" y="4233672"/>
            <a:ext cx="2181044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own posts and update profile information.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7" y="3291840"/>
            <a:ext cx="2542032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382512" y="3429000"/>
            <a:ext cx="502920" cy="329184"/>
          </a:xfrm>
          <a:prstGeom prst="roundRect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82512" y="3442716"/>
            <a:ext cx="50292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858768"/>
            <a:ext cx="1270476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233672"/>
            <a:ext cx="2254592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system-level counts and administrative sections.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5127" y="3291840"/>
            <a:ext cx="2542033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171432" y="3429000"/>
            <a:ext cx="502920" cy="329184"/>
          </a:xfrm>
          <a:prstGeom prst="roundRect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71432" y="3442716"/>
            <a:ext cx="50292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1432" y="3858768"/>
            <a:ext cx="2213491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/ Item / Claim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1432" y="4205998"/>
            <a:ext cx="2542033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can review users, items and approve/reject claims.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166188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Roles &amp;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4251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1560" y="1737360"/>
            <a:ext cx="150876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1466" y="1777435"/>
            <a:ext cx="1308949" cy="221599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/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67712"/>
            <a:ext cx="2496453" cy="3139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user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4389120" cy="163737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Register and log in</a:t>
            </a:r>
          </a:p>
          <a:p>
            <a:pPr>
              <a:spcAft>
                <a:spcPts val="4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Post lost or found items</a:t>
            </a:r>
          </a:p>
          <a:p>
            <a:pPr>
              <a:spcAft>
                <a:spcPts val="4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Browse, search and filter items</a:t>
            </a:r>
          </a:p>
          <a:p>
            <a:pPr>
              <a:spcAft>
                <a:spcPts val="4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 item details</a:t>
            </a:r>
          </a:p>
          <a:p>
            <a:pPr>
              <a:spcAft>
                <a:spcPts val="4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Submit claim requests</a:t>
            </a:r>
          </a:p>
          <a:p>
            <a:pPr>
              <a:spcAft>
                <a:spcPts val="4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own posts</a:t>
            </a:r>
          </a:p>
          <a:p>
            <a:pPr>
              <a:spcAft>
                <a:spcPts val="4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166360" cy="4251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57071" y="1750817"/>
            <a:ext cx="960120" cy="329184"/>
          </a:xfrm>
          <a:prstGeom prst="roundRect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8730" y="1791152"/>
            <a:ext cx="1058461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267712"/>
            <a:ext cx="2716385" cy="3139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43200"/>
            <a:ext cx="4389120" cy="12680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6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Access admin dashboard</a:t>
            </a:r>
          </a:p>
          <a:p>
            <a:pPr>
              <a:spcAft>
                <a:spcPts val="6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 registered users</a:t>
            </a:r>
          </a:p>
          <a:p>
            <a:pPr>
              <a:spcAft>
                <a:spcPts val="6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 all item posts</a:t>
            </a:r>
          </a:p>
          <a:p>
            <a:pPr>
              <a:spcAft>
                <a:spcPts val="6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Review claim requests</a:t>
            </a:r>
          </a:p>
          <a:p>
            <a:pPr>
              <a:spcAft>
                <a:spcPts val="600"/>
              </a:spcAft>
              <a:defRPr sz="13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Approve or reject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1"/>
            <a:ext cx="3679466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lang="en-US"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sz="2800" b="1" dirty="0">
              <a:solidFill>
                <a:srgbClr val="0E1B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359911"/>
            <a:ext cx="260604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" y="15819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581912"/>
            <a:ext cx="668196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25512"/>
            <a:ext cx="1467612" cy="5909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
CSS3
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17318"/>
            <a:ext cx="260604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39312" y="158191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1581912"/>
            <a:ext cx="627672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31926"/>
            <a:ext cx="1823106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
Session Authentication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0387" y="1417320"/>
            <a:ext cx="260604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19672" y="1581912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79" y="1581912"/>
            <a:ext cx="1425787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</a:t>
            </a:r>
            <a:r>
              <a:rPr lang="en-US"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002598"/>
            <a:ext cx="1711372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
Relational 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76193" y="1417320"/>
            <a:ext cx="260604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00032" y="1581912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21240" y="1581912"/>
            <a:ext cx="1326582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025512"/>
            <a:ext cx="1431735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XAMPP
Apache + 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520439"/>
            <a:ext cx="260604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58952" y="3685031"/>
            <a:ext cx="384048" cy="384048"/>
          </a:xfrm>
          <a:prstGeom prst="ellipse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3685031"/>
            <a:ext cx="483402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115956"/>
            <a:ext cx="1627632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520439"/>
            <a:ext cx="260604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639312" y="3685031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60520" y="3685031"/>
            <a:ext cx="1102931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115956"/>
            <a:ext cx="1452629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+ GitHub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520439"/>
            <a:ext cx="260604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519672" y="3685031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0" y="3685031"/>
            <a:ext cx="850489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067245"/>
            <a:ext cx="1741190" cy="4124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Infinity</a:t>
            </a:r>
            <a:r>
              <a:rPr lang="en-US"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
PHP + MySQL Hosting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01195" y="5623560"/>
            <a:ext cx="7359130" cy="3139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style: client-side UI → PHP server logic → MySQL database.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162917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19456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219456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6614" y="2496312"/>
            <a:ext cx="1112932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/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4892" y="2862072"/>
            <a:ext cx="576376" cy="406265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
Web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240280"/>
            <a:ext cx="237744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2240280"/>
            <a:ext cx="237744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40217" y="2496312"/>
            <a:ext cx="955005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761" y="2862072"/>
            <a:ext cx="1663918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 • CSS • 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40280"/>
            <a:ext cx="237744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2240280"/>
            <a:ext cx="2377440" cy="91440"/>
          </a:xfrm>
          <a:prstGeom prst="rect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08207" y="2496312"/>
            <a:ext cx="1162626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4169" y="2862072"/>
            <a:ext cx="1390702" cy="406265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
CRUD • Claim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240280"/>
            <a:ext cx="20574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72600" y="2240280"/>
            <a:ext cx="205740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91471" y="2496312"/>
            <a:ext cx="619657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4766" y="2862072"/>
            <a:ext cx="1373068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• items •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2523744"/>
            <a:ext cx="384048" cy="32004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2523744"/>
            <a:ext cx="384048" cy="32004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2523744"/>
            <a:ext cx="384048" cy="32004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65960" y="4160520"/>
            <a:ext cx="8183879" cy="109728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86610" y="4336399"/>
            <a:ext cx="7904861" cy="5909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just"/>
            <a:r>
              <a:rPr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action → PHP validation/session → MySQL query → server response → updated webpage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599366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246120" cy="2880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32461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27048"/>
            <a:ext cx="568361" cy="3139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30552"/>
            <a:ext cx="2880360" cy="111415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 (PK)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name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email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password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246120" cy="2880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3246120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527048"/>
            <a:ext cx="581185" cy="3139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30552"/>
            <a:ext cx="2880360" cy="156042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 (PK)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title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description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type / category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location / date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image /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3246120" cy="2880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449125"/>
            <a:ext cx="32461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19" y="1527048"/>
            <a:ext cx="683777" cy="3139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130552"/>
            <a:ext cx="2880360" cy="133728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 (PK)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item_id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message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status</a:t>
            </a:r>
          </a:p>
          <a:p>
            <a:pPr>
              <a:spcAft>
                <a:spcPts val="300"/>
              </a:spcAft>
              <a:defRPr sz="115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created_at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5715000"/>
            <a:ext cx="10789919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b="1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identify records; foreign keys connect users, item posts and claim requests.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24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211141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lang="en-US"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</a:t>
            </a:r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Screens — Registration &amp; Login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1304" t="7143" r="6862" b="13955"/>
          <a:stretch/>
        </p:blipFill>
        <p:spPr>
          <a:xfrm>
            <a:off x="418538" y="1328786"/>
            <a:ext cx="5314750" cy="41896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7443" t="5445" r="8984" b="20754"/>
          <a:stretch/>
        </p:blipFill>
        <p:spPr>
          <a:xfrm>
            <a:off x="6193455" y="1431985"/>
            <a:ext cx="5736877" cy="41001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40280" y="5870448"/>
            <a:ext cx="13258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4108" y="5927979"/>
            <a:ext cx="1238224" cy="221599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5870448"/>
            <a:ext cx="914400" cy="329184"/>
          </a:xfrm>
          <a:prstGeom prst="roundRect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871" y="5919251"/>
            <a:ext cx="840850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3517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6624378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lang="en-US"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</a:t>
            </a:r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Screens — Report &amp; Browse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8136" y="1053036"/>
            <a:ext cx="10647584" cy="45293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080294" y="5869025"/>
            <a:ext cx="2415395" cy="371669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94314" y="5947015"/>
            <a:ext cx="2126974" cy="22975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&amp; Browse</a:t>
            </a:r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sz="12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220759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lang="en-US"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</a:t>
            </a:r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Screens — Item Details &amp; Claim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186" y="1385654"/>
            <a:ext cx="5563174" cy="39231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0759" y="1430626"/>
            <a:ext cx="5746055" cy="37075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377440" y="5833872"/>
            <a:ext cx="1325880" cy="329184"/>
          </a:xfrm>
          <a:prstGeom prst="roundRect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2868" y="5851934"/>
            <a:ext cx="1564749" cy="20621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5833872"/>
            <a:ext cx="146304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5881643"/>
            <a:ext cx="1463040" cy="20621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 REQUEST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9728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784375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lang="en-US"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</a:t>
            </a:r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Screens — Administration &amp; Profile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8101" t="6035" r="9474" b="27772"/>
          <a:stretch/>
        </p:blipFill>
        <p:spPr>
          <a:xfrm>
            <a:off x="365187" y="1738266"/>
            <a:ext cx="5483522" cy="30166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8130"/>
          <a:stretch/>
        </p:blipFill>
        <p:spPr>
          <a:xfrm>
            <a:off x="6263639" y="1738266"/>
            <a:ext cx="5563175" cy="286940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932433" y="5415732"/>
            <a:ext cx="2263214" cy="433942"/>
          </a:xfrm>
          <a:prstGeom prst="roundRect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36066" y="5521904"/>
            <a:ext cx="2055948" cy="221599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— MANAGE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7133" y="5461054"/>
            <a:ext cx="1680116" cy="3886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53631" y="5499043"/>
            <a:ext cx="1187120" cy="221599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PROFILE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549883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lang="en-US"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Demonstration</a:t>
            </a:r>
            <a:endParaRPr sz="2800" b="1" dirty="0">
              <a:solidFill>
                <a:srgbClr val="0E1B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401568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15819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600200"/>
            <a:ext cx="438912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63624"/>
            <a:ext cx="2052052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/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892808"/>
            <a:ext cx="2145716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creates account and signs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417320"/>
            <a:ext cx="3401568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0288" y="15819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600200"/>
            <a:ext cx="438912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1563624"/>
            <a:ext cx="183018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Item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1892808"/>
            <a:ext cx="1987019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submits a lost/found item.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417320"/>
            <a:ext cx="3401568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57616" y="15819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7616" y="1600200"/>
            <a:ext cx="438912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1563624"/>
            <a:ext cx="155655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1892809"/>
            <a:ext cx="2670048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user searches and opens item details.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160" y="3474720"/>
            <a:ext cx="3401568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2959" y="36393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3657600"/>
            <a:ext cx="438912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3621024"/>
            <a:ext cx="1663863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1121" y="3913632"/>
            <a:ext cx="2264721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sends a claim message.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3474720"/>
            <a:ext cx="3401568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90288" y="36393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0288" y="3657600"/>
            <a:ext cx="438912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7215" y="3621024"/>
            <a:ext cx="2175237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57216" y="3950208"/>
            <a:ext cx="2537546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sees the request in Manage Claims.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3024" y="3474720"/>
            <a:ext cx="3401568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57616" y="36393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57616" y="3657600"/>
            <a:ext cx="438912" cy="36576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3569193"/>
            <a:ext cx="1877568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24544" y="3950208"/>
            <a:ext cx="2437462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approves or rejects the request.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08760" y="5623560"/>
            <a:ext cx="9144000" cy="475488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39240" y="5733288"/>
            <a:ext cx="911352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4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on the live deployment: registration → login → lost item → details → claim → admin approval.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815357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Test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61872"/>
            <a:ext cx="10698480" cy="6126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17319"/>
            <a:ext cx="868123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399031"/>
            <a:ext cx="11430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96829" y="1439755"/>
            <a:ext cx="778688" cy="20621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417319"/>
            <a:ext cx="1932517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record stored in MySQL.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20824"/>
            <a:ext cx="10698480" cy="6126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176272"/>
            <a:ext cx="1038041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/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157984"/>
            <a:ext cx="11430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92822" y="2205755"/>
            <a:ext cx="672556" cy="20621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176272"/>
            <a:ext cx="2429448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just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user reaches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79776"/>
            <a:ext cx="10698480" cy="6126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2935224"/>
            <a:ext cx="1012393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 Item Post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2916936"/>
            <a:ext cx="11430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20073" y="2972401"/>
            <a:ext cx="618054" cy="190821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935224"/>
            <a:ext cx="2291589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appears in Browse and Details.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38727"/>
            <a:ext cx="10698480" cy="6126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694176"/>
            <a:ext cx="1025217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 Request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675887"/>
            <a:ext cx="11430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20073" y="3731352"/>
            <a:ext cx="618054" cy="190821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694176"/>
            <a:ext cx="2073196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 appears for admin review.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97679"/>
            <a:ext cx="10698480" cy="6126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4453127"/>
            <a:ext cx="1158266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Approval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4434840"/>
            <a:ext cx="11430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20070" y="4490305"/>
            <a:ext cx="618054" cy="190821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4453127"/>
            <a:ext cx="2081595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can approve/reject claim.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56631"/>
            <a:ext cx="10698480" cy="6126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5212079"/>
            <a:ext cx="1111073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/ Browse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5193792"/>
            <a:ext cx="11430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92822" y="5241562"/>
            <a:ext cx="672556" cy="20621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5212079"/>
            <a:ext cx="2328458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Items can be discovered and filtered.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016752"/>
            <a:ext cx="1024128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4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the main user and admin workflow was successfully exercised on the deployed website.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688767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&amp; Live </a:t>
            </a:r>
            <a:r>
              <a:rPr lang="en-US"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endParaRPr sz="2800" b="1" dirty="0">
              <a:solidFill>
                <a:srgbClr val="0E1B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12080" cy="39776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737360"/>
            <a:ext cx="1691640" cy="329184"/>
          </a:xfrm>
          <a:prstGeom prst="roundRect">
            <a:avLst/>
          </a:prstGeom>
          <a:solidFill>
            <a:srgbClr val="0E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2867" y="1777436"/>
            <a:ext cx="1717586" cy="221599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184188" cy="590931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Campus-Lost-Found-
Management-System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246119"/>
            <a:ext cx="4342537" cy="4216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repository containing the PHP source code, CSS, JavaScript, admin pages, configuration structure and README.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037" y="4073273"/>
            <a:ext cx="4925683" cy="96026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lang="en-US" sz="20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https://github.com/apurbaroyy/Campus-Lost-Found-Management-System</a:t>
            </a:r>
            <a:endParaRPr lang="en-US" sz="20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sz="20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212080" cy="39776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0" y="1737360"/>
            <a:ext cx="123444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3527" y="1777436"/>
            <a:ext cx="1174745" cy="221599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31720"/>
            <a:ext cx="2318840" cy="313932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Lost &amp;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71800"/>
            <a:ext cx="2992807" cy="221599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Deployed on Infinity</a:t>
            </a:r>
            <a:r>
              <a:rPr lang="en-US"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>
                <a:solidFill>
                  <a:srgbClr val="5C6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with PHP + MySQL.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73273"/>
            <a:ext cx="3705438" cy="652486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lang="en-US" sz="20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https://apurbame.xo.je/index.php</a:t>
            </a:r>
            <a:endParaRPr lang="en-US" sz="20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sz="20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034746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Challenges, Security &amp; Future Improvements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53312"/>
            <a:ext cx="352044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627632"/>
            <a:ext cx="3154680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42448" y="1667708"/>
            <a:ext cx="2224263" cy="221599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40280"/>
            <a:ext cx="2971800" cy="15091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spcAft>
                <a:spcPts val="700"/>
              </a:spcAft>
              <a:defRPr sz="11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 port conflict during local setup → resolved through XAMPP configuration.</a:t>
            </a:r>
          </a:p>
          <a:p>
            <a:pPr algn="just">
              <a:spcAft>
                <a:spcPts val="700"/>
              </a:spcAft>
              <a:defRPr sz="11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Hosting initially returned HTTP 500 → database credentials were corrected.</a:t>
            </a:r>
          </a:p>
          <a:p>
            <a:pPr algn="just">
              <a:spcAft>
                <a:spcPts val="700"/>
              </a:spcAft>
              <a:defRPr sz="11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Hosting database uses a prefixed database name → imported tables into the actual hosting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53312"/>
            <a:ext cx="352044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627632"/>
            <a:ext cx="315468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28637" y="1667708"/>
            <a:ext cx="1732847" cy="221599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40280"/>
            <a:ext cx="2971800" cy="15988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spcAft>
                <a:spcPts val="700"/>
              </a:spcAft>
              <a:defRPr sz="11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Password hashing with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password_hash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algn="just">
              <a:spcAft>
                <a:spcPts val="700"/>
              </a:spcAft>
              <a:defRPr sz="11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Password verification with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password_verify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algn="just">
              <a:spcAft>
                <a:spcPts val="700"/>
              </a:spcAft>
              <a:defRPr sz="11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Session-based authentication and admin authorization.</a:t>
            </a:r>
          </a:p>
          <a:p>
            <a:pPr algn="just">
              <a:spcAft>
                <a:spcPts val="700"/>
              </a:spcAft>
              <a:defRPr sz="11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Prepared SQL statements for database operations.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353312"/>
            <a:ext cx="352044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58200" y="1627632"/>
            <a:ext cx="31546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27604" y="1667708"/>
            <a:ext cx="2015873" cy="221599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240280"/>
            <a:ext cx="2971800" cy="141423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>
              <a:spcAft>
                <a:spcPts val="700"/>
              </a:spcAft>
              <a:defRPr sz="11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Email notifications for claim updates.</a:t>
            </a:r>
          </a:p>
          <a:p>
            <a:pPr algn="just">
              <a:spcAft>
                <a:spcPts val="700"/>
              </a:spcAft>
              <a:defRPr sz="11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item status update after successful claim.</a:t>
            </a:r>
          </a:p>
          <a:p>
            <a:pPr algn="just">
              <a:spcAft>
                <a:spcPts val="700"/>
              </a:spcAft>
              <a:defRPr sz="11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image preview and management.</a:t>
            </a:r>
          </a:p>
          <a:p>
            <a:pPr algn="just">
              <a:spcAft>
                <a:spcPts val="700"/>
              </a:spcAft>
              <a:defRPr sz="1120">
                <a:solidFill>
                  <a:srgbClr val="19233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Advanced search/filtering and possible mobile app integration.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52451" y="54864"/>
            <a:ext cx="12191999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ffffb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772216" cy="467820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l"/>
            <a:r>
              <a:rPr lang="en-US" sz="2800" b="1" dirty="0">
                <a:solidFill>
                  <a:srgbClr val="0E1B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800" b="1" dirty="0">
              <a:solidFill>
                <a:srgbClr val="0E1B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5103" y="1510487"/>
            <a:ext cx="5530897" cy="250507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5103" y="1494217"/>
            <a:ext cx="5501640" cy="685527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50394" y="1693071"/>
            <a:ext cx="3713349" cy="2215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Lost &amp; Found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4" y="2596896"/>
            <a:ext cx="5123024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just"/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web application demonstrating registration, authentication,
CRUD operations, search/filtering, claims, role-based administration and MySQL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7604" y="1667708"/>
            <a:ext cx="2015873" cy="221599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0" y="6547104"/>
            <a:ext cx="502920" cy="201168"/>
          </a:xfrm>
          <a:prstGeom prst="rect">
            <a:avLst/>
          </a:prstGeom>
          <a:noFill/>
        </p:spPr>
        <p:txBody>
          <a:bodyPr wrap="none" lIns="27432" tIns="18288" rIns="27432" bIns="18288" anchor="t">
            <a:spAutoFit/>
          </a:bodyPr>
          <a:lstStyle/>
          <a:p>
            <a:pPr algn="r"/>
            <a:r>
              <a:rPr sz="900" b="1">
                <a:solidFill>
                  <a:srgbClr val="5C6A7D"/>
                </a:solidFill>
                <a:latin typeface="Aptos"/>
              </a:rPr>
              <a:t>17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0709A1-62E8-4C01-A7AD-38320122A2C2}"/>
              </a:ext>
            </a:extLst>
          </p:cNvPr>
          <p:cNvSpPr txBox="1"/>
          <p:nvPr/>
        </p:nvSpPr>
        <p:spPr>
          <a:xfrm flipH="1" flipV="1">
            <a:off x="1427122" y="5100357"/>
            <a:ext cx="5689295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AEFAB7-4B90-4025-B7CF-A68B163C4E22}"/>
              </a:ext>
            </a:extLst>
          </p:cNvPr>
          <p:cNvSpPr txBox="1"/>
          <p:nvPr/>
        </p:nvSpPr>
        <p:spPr>
          <a:xfrm>
            <a:off x="457200" y="5023236"/>
            <a:ext cx="10694504" cy="16989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https://github.com/apurbaroyy/Campus-Lost-Found-Management-System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Link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https://apurbame.xo.je/index.php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46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1164</Words>
  <Application>Microsoft Office PowerPoint</Application>
  <PresentationFormat>Widescreen</PresentationFormat>
  <Paragraphs>246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Asus</dc:creator>
  <cp:keywords/>
  <dc:description>generated using python-pptx</dc:description>
  <cp:lastModifiedBy>Apurba Chandra Roy</cp:lastModifiedBy>
  <cp:revision>5</cp:revision>
  <dcterms:created xsi:type="dcterms:W3CDTF">2013-01-27T09:14:16Z</dcterms:created>
  <dcterms:modified xsi:type="dcterms:W3CDTF">2026-10-04T18:50:14Z</dcterms:modified>
  <cp:category/>
</cp:coreProperties>
</file>